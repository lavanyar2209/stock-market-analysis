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1" r:id="rId12"/>
    <p:sldId id="265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55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27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72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05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37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9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61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010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3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90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615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771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236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37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193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79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59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3B4CF6-3BCE-45D8-932B-EDBEC2CE43A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CD0A47-9B18-4E49-9277-02E878E8D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7344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5017-E0AB-1D33-12B0-5AD4899B3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794657"/>
            <a:ext cx="9971314" cy="263434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STOCK MARKET ANALYSIS AND PREDICTION USING MACHINE LEARNING</a:t>
            </a:r>
            <a:endParaRPr lang="en-IN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4F545-DF1C-024F-8B20-EBA5E2415F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3600" dirty="0"/>
              <a:t> By:</a:t>
            </a:r>
          </a:p>
          <a:p>
            <a:r>
              <a:rPr lang="en-US" sz="3600" dirty="0"/>
              <a:t>Lavanya R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827314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22681-6F26-B762-5E8D-D10324B75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A25E1-7DE9-BF82-53A2-4B8423137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Analysis and Prediction is a data science project that uses historical stock market data to analyze trends and predict future stock prices.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applies machine learning algorithms such as Linear Regression to forecast stock closing prices.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investors and analysts understand market behavior and make data-driven decisions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606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8B02-EB97-82B7-1C14-C65582F5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256BF-A475-33A4-73E2-49436F16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stock market is an important financial platform where shares of companies are traded. Predicting stock prices is a challenging task because market values change continuously.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techniques can analyze historical stock data and identify patterns to estimate future prices.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stock market datasets and machine learning algorithms to perform prediction and analysis.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14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4601-5EF5-06FC-90DA-5D82DABC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4000" b="1" dirty="0"/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5B274-579A-A265-AD53-228098EBD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often face difficulties in predicting future stock prices due to market fluctuations and large amounts of financial data.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analysis is time-consuming and may not provide accurate results.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automated prediction system is required to analyze historical stock prices and predict future market trends.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936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D66D-9D5A-D4EE-19A1-BF43BD4E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C3D7B-28B3-9F7B-CFBB-9B42996A4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stock market analysis.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 expert knowledge.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 process.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 to analyze large datasets.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efficient in predicting future prices.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912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8FEB-D12B-DD2C-943D-BB410694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29A27-CDC2-6A47-3B3C-3A315A0D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errors.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 decision making.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accuracy.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692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14B7-90DD-0710-2810-6E18C489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FB95D-61D8-3C3D-610D-02164C4B6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techniques.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historical stock data.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stock closing prices automatically.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accurate and faster predictions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833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9E43-F746-DC9D-665F-E2151BEE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4474E-8EDD-A56A-0489-897E98998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analysis.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prediction accuracy.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processing.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visualization using graphs.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916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66A0-E1BE-986E-C814-97C0224C5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DFDF6-BD2C-47E6-BC71-ECB73B69C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Dataset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Output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Prediction</a:t>
            </a:r>
          </a:p>
        </p:txBody>
      </p:sp>
    </p:spTree>
    <p:extLst>
      <p:ext uri="{BB962C8B-B14F-4D97-AF65-F5344CB8AC3E}">
        <p14:creationId xmlns:p14="http://schemas.microsoft.com/office/powerpoint/2010/main" val="2931096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D386C3-AA96-D05C-8858-DECB41DD2357}"/>
              </a:ext>
            </a:extLst>
          </p:cNvPr>
          <p:cNvSpPr txBox="1"/>
          <p:nvPr/>
        </p:nvSpPr>
        <p:spPr>
          <a:xfrm>
            <a:off x="3047999" y="2828836"/>
            <a:ext cx="7381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Index(['Ticker', 'Date', 'Open', 'High', 'Low', 'Close', '</a:t>
            </a:r>
            <a:r>
              <a:rPr lang="en-IN" dirty="0" err="1">
                <a:latin typeface="Courier New" panose="02070309020205020404" pitchFamily="49" charset="0"/>
              </a:rPr>
              <a:t>Adj</a:t>
            </a:r>
            <a:r>
              <a:rPr lang="en-IN" dirty="0">
                <a:latin typeface="Courier New" panose="02070309020205020404" pitchFamily="49" charset="0"/>
              </a:rPr>
              <a:t> Close',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   'Volume'],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      </a:t>
            </a:r>
            <a:r>
              <a:rPr lang="en-IN" dirty="0" err="1">
                <a:latin typeface="Courier New" panose="02070309020205020404" pitchFamily="49" charset="0"/>
              </a:rPr>
              <a:t>dtype</a:t>
            </a:r>
            <a:r>
              <a:rPr lang="en-IN" dirty="0">
                <a:latin typeface="Courier New" panose="02070309020205020404" pitchFamily="49" charset="0"/>
              </a:rPr>
              <a:t>='object')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55222-032C-D0E6-07D0-242640834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943" y="245548"/>
            <a:ext cx="7979228" cy="614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90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5B9ECE-35D5-FC79-A92A-67647F0A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7" y="647700"/>
            <a:ext cx="805542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83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35AB-7E0D-F881-E0CA-3D78AADAE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Modules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EC55-D719-3E67-03DC-104FA0CE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dirty="0"/>
              <a:t>1. Data Collection Module</a:t>
            </a:r>
          </a:p>
          <a:p>
            <a:r>
              <a:rPr lang="en-IN" sz="2800" dirty="0"/>
              <a:t>2. Data Preprocessing Module</a:t>
            </a:r>
          </a:p>
          <a:p>
            <a:r>
              <a:rPr lang="en-IN" sz="2800" dirty="0"/>
              <a:t>3. Data Visualization Module</a:t>
            </a:r>
          </a:p>
          <a:p>
            <a:r>
              <a:rPr lang="en-IN" sz="2800" dirty="0"/>
              <a:t>4. Model Training Module</a:t>
            </a:r>
          </a:p>
          <a:p>
            <a:r>
              <a:rPr lang="en-IN" sz="2800" dirty="0"/>
              <a:t>5. Model Comparison Module</a:t>
            </a:r>
          </a:p>
          <a:p>
            <a:r>
              <a:rPr lang="en-IN" sz="2800" dirty="0"/>
              <a:t>6. Prediction Module</a:t>
            </a:r>
          </a:p>
          <a:p>
            <a:r>
              <a:rPr lang="en-IN" sz="2800" dirty="0"/>
              <a:t>7. Model Saving and Loading Module</a:t>
            </a:r>
          </a:p>
        </p:txBody>
      </p:sp>
    </p:spTree>
    <p:extLst>
      <p:ext uri="{BB962C8B-B14F-4D97-AF65-F5344CB8AC3E}">
        <p14:creationId xmlns:p14="http://schemas.microsoft.com/office/powerpoint/2010/main" val="630851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26C6-3623-987E-7482-BA58DC85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Overview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E361-2621-AE87-610A-5D27DC89B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stock market data from CSV dataset.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and prepare data.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Module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scatter plots and histograms.</a:t>
            </a:r>
          </a:p>
        </p:txBody>
      </p:sp>
    </p:spTree>
    <p:extLst>
      <p:ext uri="{BB962C8B-B14F-4D97-AF65-F5344CB8AC3E}">
        <p14:creationId xmlns:p14="http://schemas.microsoft.com/office/powerpoint/2010/main" val="536055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A587-F4AC-A020-9DDD-1F28BB41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Overview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CCE6F-C628-A4F6-3A15-57843BCEA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Module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Linear Regression Model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R² Score Prediction Module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stock closing prices using user input.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Saving Module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trained model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681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553F-3410-8338-437C-7EA98D11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44924-881A-8FCC-4D43-D092A9461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successfully loaded.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Scatter and Histogram graphs generated.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Regression model trained.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 performed.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algorithm selected.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price prediction completed successfully.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266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E8C5-3CD4-4D22-B88B-41273B05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3B873-D30E-9C50-7069-638067937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Predicted error: 7.945050722582899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Model Performance: 0.9990261566083692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873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CA23B6-C7DC-F3B2-2485-B9172258A0AA}"/>
              </a:ext>
            </a:extLst>
          </p:cNvPr>
          <p:cNvSpPr txBox="1"/>
          <p:nvPr/>
        </p:nvSpPr>
        <p:spPr>
          <a:xfrm>
            <a:off x="2035628" y="3124200"/>
            <a:ext cx="7108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latin typeface="Courier New" panose="02070309020205020404" pitchFamily="49" charset="0"/>
              </a:rPr>
              <a:t>Measures Predicted error: 7.945050722582899</a:t>
            </a:r>
          </a:p>
          <a:p>
            <a:pPr>
              <a:buNone/>
            </a:pPr>
            <a:r>
              <a:rPr lang="en-US">
                <a:latin typeface="Courier New" panose="02070309020205020404" pitchFamily="49" charset="0"/>
              </a:rPr>
              <a:t>Measures Model Performance: 0.9990261566083692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A5103-5E51-CC77-4136-73654D9CD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71" y="512863"/>
            <a:ext cx="8392886" cy="555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36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ECDAE-EE99-F91A-1FD7-61D3CA26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EF859-2F13-5809-ACA3-8D4E3BCD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Stock Market Analysis and Prediction system successfully predicts stock closing prices using machine learning techniques.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historical stock data can be analyzed to generate accurate predictions.  Linear Regression model provide effective forecasting results for stock market analysis.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19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8567-B27F-E4B6-B18A-669EC1C0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326C6-2CE0-8BE9-6B9D-F39A8578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Python Documentation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Scikit-learn Documentation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Pandas Documentation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Matplotlib Documentation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Kaggle Stock Market Dataset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Machine Learning Research Papers</a:t>
            </a:r>
          </a:p>
        </p:txBody>
      </p:sp>
    </p:spTree>
    <p:extLst>
      <p:ext uri="{BB962C8B-B14F-4D97-AF65-F5344CB8AC3E}">
        <p14:creationId xmlns:p14="http://schemas.microsoft.com/office/powerpoint/2010/main" val="2724411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CAB7-F4FB-9B6E-89D8-E44F2113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48640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b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571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61</TotalTime>
  <Words>554</Words>
  <Application>Microsoft Office PowerPoint</Application>
  <PresentationFormat>Widescreen</PresentationFormat>
  <Paragraphs>92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Times New Roman</vt:lpstr>
      <vt:lpstr>Celestial</vt:lpstr>
      <vt:lpstr>STOCK MARKET ANALYSIS AND PREDICTION USING MACHINE LEARNING</vt:lpstr>
      <vt:lpstr>Abstract</vt:lpstr>
      <vt:lpstr>Introduction</vt:lpstr>
      <vt:lpstr>Problem Statement</vt:lpstr>
      <vt:lpstr>Existing System</vt:lpstr>
      <vt:lpstr>Limitations</vt:lpstr>
      <vt:lpstr>Proposed System</vt:lpstr>
      <vt:lpstr>Advantages</vt:lpstr>
      <vt:lpstr>System Architecture</vt:lpstr>
      <vt:lpstr>PowerPoint Presentation</vt:lpstr>
      <vt:lpstr>PowerPoint Presentation</vt:lpstr>
      <vt:lpstr>Modules</vt:lpstr>
      <vt:lpstr>Module Overview</vt:lpstr>
      <vt:lpstr>Module Overview</vt:lpstr>
      <vt:lpstr>Results</vt:lpstr>
      <vt:lpstr>Results</vt:lpstr>
      <vt:lpstr>PowerPoint Presentation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R</dc:creator>
  <cp:lastModifiedBy>lavanya R</cp:lastModifiedBy>
  <cp:revision>1</cp:revision>
  <dcterms:created xsi:type="dcterms:W3CDTF">2026-05-30T11:31:51Z</dcterms:created>
  <dcterms:modified xsi:type="dcterms:W3CDTF">2026-05-30T12:33:02Z</dcterms:modified>
</cp:coreProperties>
</file>